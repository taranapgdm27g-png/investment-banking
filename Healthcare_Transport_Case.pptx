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518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88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01-50c2-8520-8000-00006514e8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11-ec12-87a2-8000-000059ef5c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12-1ce2-80da-8000-0000fb5bfb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0f-f8e2-8515-8000-0000760729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18-49b2-811b-8000-0000db70c6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12-31a2-8c59-8000-0000e5b3e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2e-dc92-86d1-8000-0000bc856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833-ea62-8e3f-8000-000073bc3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2200" y="1409700"/>
            <a:ext cx="16613981" cy="322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100" dirty="0">
                <a:solidFill>
                  <a:srgbClr val="05060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Optimizing Healthcare Transport: The Operating System for Efficiency and Quality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31900" y="9486900"/>
            <a:ext cx="16251237" cy="28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7080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MGX doesn’t need more people. It needs a transport operating system. Patient Flow HQ is that system.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5396444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34-8502-86a6-8000-00007c25d4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26-0852-8140-8000-000035b8e1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</Words>
  <Application>Microsoft Office PowerPoint</Application>
  <PresentationFormat>Custom</PresentationFormat>
  <Paragraphs>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MiSans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Flow HQ: MGX Transport Rescue</dc:title>
  <dc:subject>Patient Flow HQ: MGX Transport Rescue</dc:subject>
  <dc:creator>Kimi</dc:creator>
  <cp:lastModifiedBy>gerisha vashisht</cp:lastModifiedBy>
  <cp:revision>2</cp:revision>
  <dcterms:created xsi:type="dcterms:W3CDTF">2025-11-30T11:54:54Z</dcterms:created>
  <dcterms:modified xsi:type="dcterms:W3CDTF">2025-12-01T06:06:11Z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{"Label":"Patient Flow HQ: MGX Transport Rescue","ContentProducer":"001191110108MACG2KBH8F10000","ProduceID":"d4m2124432e2a2l96lag","ReservedCode1":"","ContentPropagator":"001191110108MACG2KBH8F20000","PropagateID":"d4m2124432e2a2l96lag","ReservedCode2":""}</vt:lpwstr>
  </property>
</Properties>
</file>